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8" r:id="rId6"/>
    <p:sldId id="259" r:id="rId7"/>
    <p:sldId id="265" r:id="rId8"/>
    <p:sldId id="260" r:id="rId9"/>
    <p:sldId id="263" r:id="rId10"/>
    <p:sldId id="261" r:id="rId11"/>
    <p:sldId id="257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anova, Milana" userId="9025f8c9-a5ae-45b5-bdb6-94b93d03bd4c" providerId="ADAL" clId="{CE9551A3-268B-4F51-B4A4-325E33A9A34D}"/>
    <pc:docChg chg="undo custSel addSld delSld modSld">
      <pc:chgData name="Romanova, Milana" userId="9025f8c9-a5ae-45b5-bdb6-94b93d03bd4c" providerId="ADAL" clId="{CE9551A3-268B-4F51-B4A4-325E33A9A34D}" dt="2026-02-27T09:17:00.186" v="1408" actId="404"/>
      <pc:docMkLst>
        <pc:docMk/>
      </pc:docMkLst>
      <pc:sldChg chg="modSp mod modClrScheme chgLayout">
        <pc:chgData name="Romanova, Milana" userId="9025f8c9-a5ae-45b5-bdb6-94b93d03bd4c" providerId="ADAL" clId="{CE9551A3-268B-4F51-B4A4-325E33A9A34D}" dt="2026-02-27T00:05:38.943" v="1080" actId="20577"/>
        <pc:sldMkLst>
          <pc:docMk/>
          <pc:sldMk cId="109857222" sldId="256"/>
        </pc:sldMkLst>
        <pc:spChg chg="mod ord">
          <ac:chgData name="Romanova, Milana" userId="9025f8c9-a5ae-45b5-bdb6-94b93d03bd4c" providerId="ADAL" clId="{CE9551A3-268B-4F51-B4A4-325E33A9A34D}" dt="2026-02-27T00:05:38.943" v="1080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Romanova, Milana" userId="9025f8c9-a5ae-45b5-bdb6-94b93d03bd4c" providerId="ADAL" clId="{CE9551A3-268B-4F51-B4A4-325E33A9A34D}" dt="2026-02-26T23:48:27.241" v="619"/>
          <ac:spMkLst>
            <pc:docMk/>
            <pc:sldMk cId="109857222" sldId="256"/>
            <ac:spMk id="3" creationId="{00000000-0000-0000-0000-000000000000}"/>
          </ac:spMkLst>
        </pc:spChg>
      </pc:sldChg>
      <pc:sldChg chg="add del">
        <pc:chgData name="Romanova, Milana" userId="9025f8c9-a5ae-45b5-bdb6-94b93d03bd4c" providerId="ADAL" clId="{CE9551A3-268B-4F51-B4A4-325E33A9A34D}" dt="2026-02-26T23:15:59.077" v="3" actId="47"/>
        <pc:sldMkLst>
          <pc:docMk/>
          <pc:sldMk cId="380431008" sldId="257"/>
        </pc:sldMkLst>
      </pc:sldChg>
      <pc:sldChg chg="addSp delSp modSp new mod">
        <pc:chgData name="Romanova, Milana" userId="9025f8c9-a5ae-45b5-bdb6-94b93d03bd4c" providerId="ADAL" clId="{CE9551A3-268B-4F51-B4A4-325E33A9A34D}" dt="2026-02-27T09:12:05.968" v="1407" actId="1076"/>
        <pc:sldMkLst>
          <pc:docMk/>
          <pc:sldMk cId="3556591526" sldId="257"/>
        </pc:sldMkLst>
        <pc:spChg chg="mod">
          <ac:chgData name="Romanova, Milana" userId="9025f8c9-a5ae-45b5-bdb6-94b93d03bd4c" providerId="ADAL" clId="{CE9551A3-268B-4F51-B4A4-325E33A9A34D}" dt="2026-02-26T23:48:27.241" v="619"/>
          <ac:spMkLst>
            <pc:docMk/>
            <pc:sldMk cId="3556591526" sldId="257"/>
            <ac:spMk id="2" creationId="{228D1385-2F69-42C6-B9EA-641636E5D531}"/>
          </ac:spMkLst>
        </pc:spChg>
        <pc:spChg chg="mod">
          <ac:chgData name="Romanova, Milana" userId="9025f8c9-a5ae-45b5-bdb6-94b93d03bd4c" providerId="ADAL" clId="{CE9551A3-268B-4F51-B4A4-325E33A9A34D}" dt="2026-02-27T08:47:44.189" v="1298" actId="20577"/>
          <ac:spMkLst>
            <pc:docMk/>
            <pc:sldMk cId="3556591526" sldId="257"/>
            <ac:spMk id="3" creationId="{EC167E92-5DBF-4FE1-8834-CEA35B3B4211}"/>
          </ac:spMkLst>
        </pc:spChg>
        <pc:spChg chg="add mod">
          <ac:chgData name="Romanova, Milana" userId="9025f8c9-a5ae-45b5-bdb6-94b93d03bd4c" providerId="ADAL" clId="{CE9551A3-268B-4F51-B4A4-325E33A9A34D}" dt="2026-02-27T08:50:52.980" v="1359" actId="1076"/>
          <ac:spMkLst>
            <pc:docMk/>
            <pc:sldMk cId="3556591526" sldId="257"/>
            <ac:spMk id="4" creationId="{E5693FCC-1F8D-4475-9206-F7FBA461FE98}"/>
          </ac:spMkLst>
        </pc:spChg>
        <pc:spChg chg="add mod">
          <ac:chgData name="Romanova, Milana" userId="9025f8c9-a5ae-45b5-bdb6-94b93d03bd4c" providerId="ADAL" clId="{CE9551A3-268B-4F51-B4A4-325E33A9A34D}" dt="2026-02-27T09:04:38.931" v="1399" actId="20577"/>
          <ac:spMkLst>
            <pc:docMk/>
            <pc:sldMk cId="3556591526" sldId="257"/>
            <ac:spMk id="9" creationId="{074F87B0-3EE8-465F-B6E1-8629C9106F89}"/>
          </ac:spMkLst>
        </pc:spChg>
        <pc:picChg chg="add del mod">
          <ac:chgData name="Romanova, Milana" userId="9025f8c9-a5ae-45b5-bdb6-94b93d03bd4c" providerId="ADAL" clId="{CE9551A3-268B-4F51-B4A4-325E33A9A34D}" dt="2026-02-27T09:11:54.967" v="1404" actId="478"/>
          <ac:picMkLst>
            <pc:docMk/>
            <pc:sldMk cId="3556591526" sldId="257"/>
            <ac:picMk id="6" creationId="{4F67A1C5-177C-42C9-A16E-C6C28164D91D}"/>
          </ac:picMkLst>
        </pc:picChg>
        <pc:picChg chg="add mod">
          <ac:chgData name="Romanova, Milana" userId="9025f8c9-a5ae-45b5-bdb6-94b93d03bd4c" providerId="ADAL" clId="{CE9551A3-268B-4F51-B4A4-325E33A9A34D}" dt="2026-02-27T09:12:05.968" v="1407" actId="1076"/>
          <ac:picMkLst>
            <pc:docMk/>
            <pc:sldMk cId="3556591526" sldId="257"/>
            <ac:picMk id="10" creationId="{BF10A11C-1288-4872-87C1-D3973ED1BB87}"/>
          </ac:picMkLst>
        </pc:picChg>
        <pc:picChg chg="add del mod">
          <ac:chgData name="Romanova, Milana" userId="9025f8c9-a5ae-45b5-bdb6-94b93d03bd4c" providerId="ADAL" clId="{CE9551A3-268B-4F51-B4A4-325E33A9A34D}" dt="2026-02-27T09:02:57.912" v="1379" actId="478"/>
          <ac:picMkLst>
            <pc:docMk/>
            <pc:sldMk cId="3556591526" sldId="257"/>
            <ac:picMk id="1026" creationId="{53425490-8C05-472E-A540-79E6B6C4A36A}"/>
          </ac:picMkLst>
        </pc:picChg>
      </pc:sldChg>
      <pc:sldChg chg="addSp modSp new mod">
        <pc:chgData name="Romanova, Milana" userId="9025f8c9-a5ae-45b5-bdb6-94b93d03bd4c" providerId="ADAL" clId="{CE9551A3-268B-4F51-B4A4-325E33A9A34D}" dt="2026-02-27T00:15:16.914" v="1193" actId="1076"/>
        <pc:sldMkLst>
          <pc:docMk/>
          <pc:sldMk cId="1652846637" sldId="258"/>
        </pc:sldMkLst>
        <pc:spChg chg="mod">
          <ac:chgData name="Romanova, Milana" userId="9025f8c9-a5ae-45b5-bdb6-94b93d03bd4c" providerId="ADAL" clId="{CE9551A3-268B-4F51-B4A4-325E33A9A34D}" dt="2026-02-26T23:48:27.241" v="619"/>
          <ac:spMkLst>
            <pc:docMk/>
            <pc:sldMk cId="1652846637" sldId="258"/>
            <ac:spMk id="2" creationId="{1AD419FC-0BCB-4DB7-B029-D3BA5C82A4C1}"/>
          </ac:spMkLst>
        </pc:spChg>
        <pc:spChg chg="mod">
          <ac:chgData name="Romanova, Milana" userId="9025f8c9-a5ae-45b5-bdb6-94b93d03bd4c" providerId="ADAL" clId="{CE9551A3-268B-4F51-B4A4-325E33A9A34D}" dt="2026-02-27T00:08:13.229" v="1131" actId="20577"/>
          <ac:spMkLst>
            <pc:docMk/>
            <pc:sldMk cId="1652846637" sldId="258"/>
            <ac:spMk id="3" creationId="{0DB382EE-E624-403E-90A5-DF99BBF62FAE}"/>
          </ac:spMkLst>
        </pc:spChg>
        <pc:picChg chg="add mod">
          <ac:chgData name="Romanova, Milana" userId="9025f8c9-a5ae-45b5-bdb6-94b93d03bd4c" providerId="ADAL" clId="{CE9551A3-268B-4F51-B4A4-325E33A9A34D}" dt="2026-02-27T00:15:16.914" v="1193" actId="1076"/>
          <ac:picMkLst>
            <pc:docMk/>
            <pc:sldMk cId="1652846637" sldId="258"/>
            <ac:picMk id="3074" creationId="{604BF496-F2E8-4F35-880A-7DA0F00062D7}"/>
          </ac:picMkLst>
        </pc:picChg>
      </pc:sldChg>
      <pc:sldChg chg="addSp delSp modSp add mod">
        <pc:chgData name="Romanova, Milana" userId="9025f8c9-a5ae-45b5-bdb6-94b93d03bd4c" providerId="ADAL" clId="{CE9551A3-268B-4F51-B4A4-325E33A9A34D}" dt="2026-02-27T08:36:04.541" v="1270" actId="114"/>
        <pc:sldMkLst>
          <pc:docMk/>
          <pc:sldMk cId="1108163326" sldId="259"/>
        </pc:sldMkLst>
        <pc:spChg chg="mod">
          <ac:chgData name="Romanova, Milana" userId="9025f8c9-a5ae-45b5-bdb6-94b93d03bd4c" providerId="ADAL" clId="{CE9551A3-268B-4F51-B4A4-325E33A9A34D}" dt="2026-02-27T00:01:06.034" v="975" actId="20577"/>
          <ac:spMkLst>
            <pc:docMk/>
            <pc:sldMk cId="1108163326" sldId="259"/>
            <ac:spMk id="2" creationId="{1AD419FC-0BCB-4DB7-B029-D3BA5C82A4C1}"/>
          </ac:spMkLst>
        </pc:spChg>
        <pc:spChg chg="mod">
          <ac:chgData name="Romanova, Milana" userId="9025f8c9-a5ae-45b5-bdb6-94b93d03bd4c" providerId="ADAL" clId="{CE9551A3-268B-4F51-B4A4-325E33A9A34D}" dt="2026-02-27T08:36:04.541" v="1270" actId="114"/>
          <ac:spMkLst>
            <pc:docMk/>
            <pc:sldMk cId="1108163326" sldId="259"/>
            <ac:spMk id="3" creationId="{0DB382EE-E624-403E-90A5-DF99BBF62FAE}"/>
          </ac:spMkLst>
        </pc:spChg>
        <pc:picChg chg="add mod">
          <ac:chgData name="Romanova, Milana" userId="9025f8c9-a5ae-45b5-bdb6-94b93d03bd4c" providerId="ADAL" clId="{CE9551A3-268B-4F51-B4A4-325E33A9A34D}" dt="2026-02-27T00:07:42.240" v="1121" actId="1076"/>
          <ac:picMkLst>
            <pc:docMk/>
            <pc:sldMk cId="1108163326" sldId="259"/>
            <ac:picMk id="2050" creationId="{2BA4AF51-9D5A-4313-8C8C-89BA6A1D3A74}"/>
          </ac:picMkLst>
        </pc:picChg>
        <pc:picChg chg="add del mod">
          <ac:chgData name="Romanova, Milana" userId="9025f8c9-a5ae-45b5-bdb6-94b93d03bd4c" providerId="ADAL" clId="{CE9551A3-268B-4F51-B4A4-325E33A9A34D}" dt="2026-02-27T00:01:13.830" v="976" actId="478"/>
          <ac:picMkLst>
            <pc:docMk/>
            <pc:sldMk cId="1108163326" sldId="259"/>
            <ac:picMk id="2052" creationId="{6D8A6277-2290-4559-ACA0-EA556C20BE2E}"/>
          </ac:picMkLst>
        </pc:picChg>
      </pc:sldChg>
      <pc:sldChg chg="modSp add mod">
        <pc:chgData name="Romanova, Milana" userId="9025f8c9-a5ae-45b5-bdb6-94b93d03bd4c" providerId="ADAL" clId="{CE9551A3-268B-4F51-B4A4-325E33A9A34D}" dt="2026-02-27T08:37:06.661" v="1277" actId="20577"/>
        <pc:sldMkLst>
          <pc:docMk/>
          <pc:sldMk cId="3141246251" sldId="260"/>
        </pc:sldMkLst>
        <pc:spChg chg="mod">
          <ac:chgData name="Romanova, Milana" userId="9025f8c9-a5ae-45b5-bdb6-94b93d03bd4c" providerId="ADAL" clId="{CE9551A3-268B-4F51-B4A4-325E33A9A34D}" dt="2026-02-27T00:05:51.549" v="1086" actId="20577"/>
          <ac:spMkLst>
            <pc:docMk/>
            <pc:sldMk cId="3141246251" sldId="260"/>
            <ac:spMk id="2" creationId="{1AD419FC-0BCB-4DB7-B029-D3BA5C82A4C1}"/>
          </ac:spMkLst>
        </pc:spChg>
        <pc:spChg chg="mod">
          <ac:chgData name="Romanova, Milana" userId="9025f8c9-a5ae-45b5-bdb6-94b93d03bd4c" providerId="ADAL" clId="{CE9551A3-268B-4F51-B4A4-325E33A9A34D}" dt="2026-02-27T08:37:06.661" v="1277" actId="20577"/>
          <ac:spMkLst>
            <pc:docMk/>
            <pc:sldMk cId="3141246251" sldId="260"/>
            <ac:spMk id="3" creationId="{0DB382EE-E624-403E-90A5-DF99BBF62FAE}"/>
          </ac:spMkLst>
        </pc:spChg>
      </pc:sldChg>
      <pc:sldChg chg="addSp modSp add mod">
        <pc:chgData name="Romanova, Milana" userId="9025f8c9-a5ae-45b5-bdb6-94b93d03bd4c" providerId="ADAL" clId="{CE9551A3-268B-4F51-B4A4-325E33A9A34D}" dt="2026-02-27T00:05:58.683" v="1090" actId="20577"/>
        <pc:sldMkLst>
          <pc:docMk/>
          <pc:sldMk cId="3021093059" sldId="261"/>
        </pc:sldMkLst>
        <pc:spChg chg="mod ord">
          <ac:chgData name="Romanova, Milana" userId="9025f8c9-a5ae-45b5-bdb6-94b93d03bd4c" providerId="ADAL" clId="{CE9551A3-268B-4F51-B4A4-325E33A9A34D}" dt="2026-02-27T00:05:58.683" v="1090" actId="20577"/>
          <ac:spMkLst>
            <pc:docMk/>
            <pc:sldMk cId="3021093059" sldId="261"/>
            <ac:spMk id="2" creationId="{1AD419FC-0BCB-4DB7-B029-D3BA5C82A4C1}"/>
          </ac:spMkLst>
        </pc:spChg>
        <pc:spChg chg="mod">
          <ac:chgData name="Romanova, Milana" userId="9025f8c9-a5ae-45b5-bdb6-94b93d03bd4c" providerId="ADAL" clId="{CE9551A3-268B-4F51-B4A4-325E33A9A34D}" dt="2026-02-26T23:58:53.514" v="962" actId="27636"/>
          <ac:spMkLst>
            <pc:docMk/>
            <pc:sldMk cId="3021093059" sldId="261"/>
            <ac:spMk id="3" creationId="{0DB382EE-E624-403E-90A5-DF99BBF62FAE}"/>
          </ac:spMkLst>
        </pc:spChg>
        <pc:picChg chg="add mod">
          <ac:chgData name="Romanova, Milana" userId="9025f8c9-a5ae-45b5-bdb6-94b93d03bd4c" providerId="ADAL" clId="{CE9551A3-268B-4F51-B4A4-325E33A9A34D}" dt="2026-02-26T23:36:12.006" v="425" actId="1076"/>
          <ac:picMkLst>
            <pc:docMk/>
            <pc:sldMk cId="3021093059" sldId="261"/>
            <ac:picMk id="1026" creationId="{D084BA0A-81D6-4E84-9BE9-581C516FD74A}"/>
          </ac:picMkLst>
        </pc:picChg>
      </pc:sldChg>
      <pc:sldChg chg="modSp add del mod">
        <pc:chgData name="Romanova, Milana" userId="9025f8c9-a5ae-45b5-bdb6-94b93d03bd4c" providerId="ADAL" clId="{CE9551A3-268B-4F51-B4A4-325E33A9A34D}" dt="2026-02-26T23:31:51.839" v="418" actId="47"/>
        <pc:sldMkLst>
          <pc:docMk/>
          <pc:sldMk cId="3328576419" sldId="262"/>
        </pc:sldMkLst>
        <pc:spChg chg="mod">
          <ac:chgData name="Romanova, Milana" userId="9025f8c9-a5ae-45b5-bdb6-94b93d03bd4c" providerId="ADAL" clId="{CE9551A3-268B-4F51-B4A4-325E33A9A34D}" dt="2026-02-26T23:24:37.343" v="268" actId="20577"/>
          <ac:spMkLst>
            <pc:docMk/>
            <pc:sldMk cId="3328576419" sldId="262"/>
            <ac:spMk id="2" creationId="{1AD419FC-0BCB-4DB7-B029-D3BA5C82A4C1}"/>
          </ac:spMkLst>
        </pc:spChg>
      </pc:sldChg>
      <pc:sldChg chg="addSp modSp add mod">
        <pc:chgData name="Romanova, Milana" userId="9025f8c9-a5ae-45b5-bdb6-94b93d03bd4c" providerId="ADAL" clId="{CE9551A3-268B-4F51-B4A4-325E33A9A34D}" dt="2026-02-27T08:53:31.454" v="1372" actId="14100"/>
        <pc:sldMkLst>
          <pc:docMk/>
          <pc:sldMk cId="1741658480" sldId="263"/>
        </pc:sldMkLst>
        <pc:spChg chg="mod">
          <ac:chgData name="Romanova, Milana" userId="9025f8c9-a5ae-45b5-bdb6-94b93d03bd4c" providerId="ADAL" clId="{CE9551A3-268B-4F51-B4A4-325E33A9A34D}" dt="2026-02-27T00:05:54.932" v="1089" actId="20577"/>
          <ac:spMkLst>
            <pc:docMk/>
            <pc:sldMk cId="1741658480" sldId="263"/>
            <ac:spMk id="2" creationId="{1AD419FC-0BCB-4DB7-B029-D3BA5C82A4C1}"/>
          </ac:spMkLst>
        </pc:spChg>
        <pc:spChg chg="mod">
          <ac:chgData name="Romanova, Milana" userId="9025f8c9-a5ae-45b5-bdb6-94b93d03bd4c" providerId="ADAL" clId="{CE9551A3-268B-4F51-B4A4-325E33A9A34D}" dt="2026-02-27T08:53:31.454" v="1372" actId="14100"/>
          <ac:spMkLst>
            <pc:docMk/>
            <pc:sldMk cId="1741658480" sldId="263"/>
            <ac:spMk id="3" creationId="{0DB382EE-E624-403E-90A5-DF99BBF62FAE}"/>
          </ac:spMkLst>
        </pc:spChg>
        <pc:picChg chg="add mod">
          <ac:chgData name="Romanova, Milana" userId="9025f8c9-a5ae-45b5-bdb6-94b93d03bd4c" providerId="ADAL" clId="{CE9551A3-268B-4F51-B4A4-325E33A9A34D}" dt="2026-02-27T08:53:16.381" v="1371" actId="1076"/>
          <ac:picMkLst>
            <pc:docMk/>
            <pc:sldMk cId="1741658480" sldId="263"/>
            <ac:picMk id="2050" creationId="{E331650E-447E-4D1B-A6E3-FB0C6F1CC93A}"/>
          </ac:picMkLst>
        </pc:picChg>
      </pc:sldChg>
      <pc:sldChg chg="modSp add mod">
        <pc:chgData name="Romanova, Milana" userId="9025f8c9-a5ae-45b5-bdb6-94b93d03bd4c" providerId="ADAL" clId="{CE9551A3-268B-4F51-B4A4-325E33A9A34D}" dt="2026-02-27T09:17:00.186" v="1408" actId="404"/>
        <pc:sldMkLst>
          <pc:docMk/>
          <pc:sldMk cId="2158189949" sldId="264"/>
        </pc:sldMkLst>
        <pc:spChg chg="mod">
          <ac:chgData name="Romanova, Milana" userId="9025f8c9-a5ae-45b5-bdb6-94b93d03bd4c" providerId="ADAL" clId="{CE9551A3-268B-4F51-B4A4-325E33A9A34D}" dt="2026-02-26T23:48:27.241" v="619"/>
          <ac:spMkLst>
            <pc:docMk/>
            <pc:sldMk cId="2158189949" sldId="264"/>
            <ac:spMk id="2" creationId="{228D1385-2F69-42C6-B9EA-641636E5D531}"/>
          </ac:spMkLst>
        </pc:spChg>
        <pc:spChg chg="mod">
          <ac:chgData name="Romanova, Milana" userId="9025f8c9-a5ae-45b5-bdb6-94b93d03bd4c" providerId="ADAL" clId="{CE9551A3-268B-4F51-B4A4-325E33A9A34D}" dt="2026-02-27T09:17:00.186" v="1408" actId="404"/>
          <ac:spMkLst>
            <pc:docMk/>
            <pc:sldMk cId="2158189949" sldId="264"/>
            <ac:spMk id="3" creationId="{EC167E92-5DBF-4FE1-8834-CEA35B3B4211}"/>
          </ac:spMkLst>
        </pc:spChg>
      </pc:sldChg>
      <pc:sldChg chg="delSp modSp add mod">
        <pc:chgData name="Romanova, Milana" userId="9025f8c9-a5ae-45b5-bdb6-94b93d03bd4c" providerId="ADAL" clId="{CE9551A3-268B-4F51-B4A4-325E33A9A34D}" dt="2026-02-27T00:10:28.704" v="1181" actId="1076"/>
        <pc:sldMkLst>
          <pc:docMk/>
          <pc:sldMk cId="4126791206" sldId="265"/>
        </pc:sldMkLst>
        <pc:spChg chg="mod">
          <ac:chgData name="Romanova, Milana" userId="9025f8c9-a5ae-45b5-bdb6-94b93d03bd4c" providerId="ADAL" clId="{CE9551A3-268B-4F51-B4A4-325E33A9A34D}" dt="2026-02-27T00:10:22.291" v="1180" actId="114"/>
          <ac:spMkLst>
            <pc:docMk/>
            <pc:sldMk cId="4126791206" sldId="265"/>
            <ac:spMk id="3" creationId="{0DB382EE-E624-403E-90A5-DF99BBF62FAE}"/>
          </ac:spMkLst>
        </pc:spChg>
        <pc:picChg chg="del">
          <ac:chgData name="Romanova, Milana" userId="9025f8c9-a5ae-45b5-bdb6-94b93d03bd4c" providerId="ADAL" clId="{CE9551A3-268B-4F51-B4A4-325E33A9A34D}" dt="2026-02-27T00:02:31.452" v="999" actId="478"/>
          <ac:picMkLst>
            <pc:docMk/>
            <pc:sldMk cId="4126791206" sldId="265"/>
            <ac:picMk id="2050" creationId="{2BA4AF51-9D5A-4313-8C8C-89BA6A1D3A74}"/>
          </ac:picMkLst>
        </pc:picChg>
        <pc:picChg chg="mod">
          <ac:chgData name="Romanova, Milana" userId="9025f8c9-a5ae-45b5-bdb6-94b93d03bd4c" providerId="ADAL" clId="{CE9551A3-268B-4F51-B4A4-325E33A9A34D}" dt="2026-02-27T00:10:28.704" v="1181" actId="1076"/>
          <ac:picMkLst>
            <pc:docMk/>
            <pc:sldMk cId="4126791206" sldId="265"/>
            <ac:picMk id="2052" creationId="{6D8A6277-2290-4559-ACA0-EA556C20BE2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08140D-A5CB-43F3-BEB9-F87415FB4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53F877-3B17-4BF5-B9B6-A025BED991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9EA7B6-F065-4F81-80D2-156E3BE89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88171E-7EFA-4376-A284-538D1AB4A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23DB2E-2130-4636-B26E-38E899A4C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401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A23088-8A21-4223-A39A-B5B728B19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7A31E4-2F9E-4DB5-BD31-8478BEAC9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C678A2-D880-4C89-94A1-2BDF9B21C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840F11-117D-4F80-8064-B04156AD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74BE2A-08CF-47B1-954A-409573EC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8503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8BA40-1DB4-4822-9780-404046CE4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2730EC-B0C1-494F-90C0-51B030124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98FB44-2753-4EE3-893C-BAE450B8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27DF18-7EBF-4DBB-9C7B-D6DFC946D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5645CE-BFAF-40B9-B824-D906FB2C9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528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81B3FE-C0A6-448E-B12D-4FA1BCE19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8655C5-351D-46DA-890A-0912A6CBDF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45F9A4A-D676-4357-95AC-9AE54C11E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8C060E-B0FC-4651-96DC-F7047973D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8B596C-9E3B-4C68-B21F-5DFDA0447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47948A-7578-4BA4-BC80-177C02A88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3300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BD9DBA-8DE0-4621-BCF8-5F8DC6336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D50D71-A7DB-4273-8B10-E04BF9B22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AB39B9A-1E1A-4FF9-AC8E-293D9EEE5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7449EA0-E040-4687-8266-D63A3EA4FD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8EA41A2-D0C9-4470-94C4-F07D311F1A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A5634C9-7F22-4443-BA15-6F49EE8E0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E320FAC-FB2A-45EF-AB0B-BD93D998B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9C7CF5D-23A5-4F2B-AC02-E2CC78ABC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674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0B4505-EFC0-4B24-B138-A4791E13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2707A41-C04F-493C-8D76-D8361D293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3F2F1B7-BABD-48D9-880A-5B591C2B8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C5C3CA6-27A1-4FB0-A37E-DCC529C75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89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37DCCC6-651D-460C-91E9-9BD3A52B7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D7F3677-2607-4CE4-B756-2FE102437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B3529B-E390-4677-9589-668A5221D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971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2D1050-C011-4D9A-9C05-9B7ECFBB8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ADF256-9E02-46F9-BFDC-722D0F111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310931-A7B8-443B-9FC4-5107C4456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117DD2-6AAC-4797-ACE5-37C02E688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BC6551-5D30-497D-8C1E-82B196ADA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7A7B5E-488A-4319-A638-C113941AC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3884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1CD76D-81FE-4766-9EF8-86F4FE2F0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200301D-37DB-49F5-8B3F-F599953466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670A29-43F5-4B74-8783-A599EE49E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575E4D-0FD1-4775-8ACF-EF2C968A2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BA1A1E-C6FE-4CC7-A9A5-05EC6D041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D94FF1-3F1F-464C-8948-DD93D0918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563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5C6A77-74A6-47EB-BE72-87FFA8F54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DFBA83-D49A-41A6-9557-CC44B02D7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D11891-FBF4-4B17-BE81-6BB87BE1C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3110AD-1BBA-4AF2-80FA-D67F58049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D58A93-BAEF-434C-8528-6F85255AF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6599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66564CF-C4DA-433A-8C64-B7C1448C26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ADB74E7-7D1A-4D88-8342-FB695FFCE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9C064E-76DC-441B-8A27-86DC0B975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256BC6-1D14-4D55-A89B-FBA179112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57856B-83C0-490C-9D65-64FC85F30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69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3785D5-05C5-43DD-A334-B764D95DB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41A1F4-2802-49E2-88C8-B4B049111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EF3DF5-A455-4E66-A499-C23057407B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A11C47-8D44-4E2A-BE3B-1849EBD11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192738-379F-4F00-8E28-39B99BEDF1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54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Dynamic Urban Deprivation Monitoring (Space - Time Index)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i="1" dirty="0"/>
              <a:t>How to identify vulnerability in time and space?</a:t>
            </a:r>
          </a:p>
          <a:p>
            <a:endParaRPr lang="en-GB" i="1" dirty="0"/>
          </a:p>
          <a:p>
            <a:endParaRPr lang="en-GB" i="1" dirty="0"/>
          </a:p>
          <a:p>
            <a:pPr algn="r"/>
            <a:r>
              <a:rPr lang="en-GB" sz="1800" i="1" dirty="0"/>
              <a:t>Milana Romanova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419FC-0BCB-4DB7-B029-D3BA5C82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B382EE-E624-403E-90A5-DF99BBF62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400" dirty="0"/>
              <a:t>Deprivation Index Concept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/>
              <a:t>Space - Time Index:</a:t>
            </a:r>
          </a:p>
          <a:p>
            <a:pPr lvl="1"/>
            <a:r>
              <a:rPr lang="en-GB" dirty="0"/>
              <a:t>Definition</a:t>
            </a:r>
          </a:p>
          <a:p>
            <a:pPr lvl="1"/>
            <a:r>
              <a:rPr lang="en-GB" dirty="0"/>
              <a:t>Application</a:t>
            </a:r>
          </a:p>
          <a:p>
            <a:pPr lvl="1"/>
            <a:r>
              <a:rPr lang="en-GB" dirty="0"/>
              <a:t>Relevance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/>
              <a:t>Conclusions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/>
              <a:t>References</a:t>
            </a:r>
          </a:p>
        </p:txBody>
      </p:sp>
      <p:pic>
        <p:nvPicPr>
          <p:cNvPr id="3074" name="Picture 2" descr="Figure 1.  Spatially ordered treemap (Wood &amp; Dykes Citation2008) of 32,844 lower layer super output areas (LSOAs) in England, nested within local authority and region, and given an approximate geographical arrangement. Each LSOA is depicted using a rectangle of equal size. LSOAs are coloured according to Index of Multiple Deprivation 2019 (IMD) rank and using a ColorBrewer diverging scheme (Brewer Citation2002).">
            <a:extLst>
              <a:ext uri="{FF2B5EF4-FFF2-40B4-BE49-F238E27FC236}">
                <a16:creationId xmlns:a16="http://schemas.microsoft.com/office/drawing/2014/main" id="{604BF496-F2E8-4F35-880A-7DA0F0006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65125"/>
            <a:ext cx="5669166" cy="592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846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2BA4AF51-9D5A-4313-8C8C-89BA6A1D3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668" y="4126985"/>
            <a:ext cx="6986659" cy="2019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419FC-0BCB-4DB7-B029-D3BA5C82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Deprivation Index Concept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B382EE-E624-403E-90A5-DF99BBF62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3311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– </a:t>
            </a:r>
            <a:r>
              <a:rPr lang="en-GB" sz="2400" i="1" dirty="0"/>
              <a:t>composite, area-based measures to quantify socioeconomic disadvantage </a:t>
            </a:r>
            <a:endParaRPr lang="en-GB" sz="2400" dirty="0"/>
          </a:p>
          <a:p>
            <a:pPr marL="0" indent="0">
              <a:buNone/>
            </a:pPr>
            <a:r>
              <a:rPr lang="en-GB" sz="2400" dirty="0"/>
              <a:t>Main purpose is to…:</a:t>
            </a:r>
          </a:p>
          <a:p>
            <a:pPr lvl="1"/>
            <a:r>
              <a:rPr lang="en-GB" sz="2000" dirty="0"/>
              <a:t>measure unmet needs and lack of resources across </a:t>
            </a:r>
            <a:r>
              <a:rPr lang="en-GB" sz="2000" i="1" dirty="0"/>
              <a:t>multiple domains </a:t>
            </a:r>
          </a:p>
          <a:p>
            <a:pPr lvl="1"/>
            <a:r>
              <a:rPr lang="en-GB" sz="2000" dirty="0"/>
              <a:t>analyse health inequalities </a:t>
            </a:r>
          </a:p>
          <a:p>
            <a:pPr lvl="1"/>
            <a:r>
              <a:rPr lang="en-GB" sz="2000" dirty="0"/>
              <a:t>evaluate social policies</a:t>
            </a:r>
          </a:p>
        </p:txBody>
      </p:sp>
    </p:spTree>
    <p:extLst>
      <p:ext uri="{BB962C8B-B14F-4D97-AF65-F5344CB8AC3E}">
        <p14:creationId xmlns:p14="http://schemas.microsoft.com/office/powerpoint/2010/main" val="1108163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419FC-0BCB-4DB7-B029-D3BA5C82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History of Deprivation Index Concept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B382EE-E624-403E-90A5-DF99BBF62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6672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i="1" dirty="0"/>
              <a:t>Early 1980s: </a:t>
            </a:r>
            <a:r>
              <a:rPr lang="en-GB" sz="2000" dirty="0"/>
              <a:t>emerged in UK to measure material and social disadvantage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i="1" dirty="0"/>
              <a:t>1983 (</a:t>
            </a:r>
            <a:r>
              <a:rPr lang="en-GB" sz="2000" i="1" dirty="0" err="1"/>
              <a:t>Jarman</a:t>
            </a:r>
            <a:r>
              <a:rPr lang="en-GB" sz="2000" i="1" dirty="0"/>
              <a:t> Index): </a:t>
            </a:r>
            <a:r>
              <a:rPr lang="en-GB" sz="2000" dirty="0"/>
              <a:t>identified areas with high GP workloads and patient needs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i="1" dirty="0"/>
              <a:t>1988 (Townsend Index): </a:t>
            </a:r>
            <a:r>
              <a:rPr lang="en-GB" sz="2000" dirty="0"/>
              <a:t>deprivation based on unemployment, non-car ownership, non-home ownership, and overcrowding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i="1" dirty="0"/>
              <a:t>2000s (Index of Multiple Deprivation - IMD): </a:t>
            </a:r>
            <a:r>
              <a:rPr lang="en-GB" sz="2000" dirty="0"/>
              <a:t>official, multi-domain indices, combining different indicators into a single score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D8A6277-2290-4559-ACA0-EA556C20B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90688"/>
            <a:ext cx="5743928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6791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419FC-0BCB-4DB7-B029-D3BA5C82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Space - Time Index: Definition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B382EE-E624-403E-90A5-DF99BBF62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–</a:t>
            </a:r>
            <a:r>
              <a:rPr lang="uk-UA" sz="2400" dirty="0"/>
              <a:t> </a:t>
            </a:r>
            <a:r>
              <a:rPr lang="en-GB" sz="2400" i="1" dirty="0"/>
              <a:t>captures </a:t>
            </a:r>
            <a:r>
              <a:rPr lang="en-GB" sz="2400" b="1" i="1" dirty="0"/>
              <a:t>temporal fluctuations </a:t>
            </a:r>
            <a:r>
              <a:rPr lang="en-GB" sz="2400" i="1" dirty="0"/>
              <a:t>in social, functional, and environmental vulnerability across the </a:t>
            </a:r>
            <a:r>
              <a:rPr lang="en-GB" sz="2400" b="1" i="1" dirty="0"/>
              <a:t>time period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The index combines classic deprivation variables with </a:t>
            </a:r>
            <a:r>
              <a:rPr lang="en-GB" sz="2400" b="1" i="1" dirty="0"/>
              <a:t>time-sensitive indicators</a:t>
            </a:r>
            <a:r>
              <a:rPr lang="en-GB" sz="2400" dirty="0"/>
              <a:t>:</a:t>
            </a:r>
          </a:p>
          <a:p>
            <a:pPr lvl="1"/>
            <a:r>
              <a:rPr lang="en-GB" sz="2000" dirty="0"/>
              <a:t>opening hours of amenities</a:t>
            </a:r>
          </a:p>
          <a:p>
            <a:pPr lvl="1"/>
            <a:r>
              <a:rPr lang="en-GB" sz="2000" dirty="0"/>
              <a:t>day/night accessibility</a:t>
            </a:r>
          </a:p>
          <a:p>
            <a:pPr lvl="1"/>
            <a:r>
              <a:rPr lang="en-GB" sz="2000" dirty="0"/>
              <a:t>temporal presence or absence of people and services</a:t>
            </a:r>
          </a:p>
          <a:p>
            <a:pPr lvl="1"/>
            <a:r>
              <a:rPr lang="en-GB" sz="2000" dirty="0"/>
              <a:t>frequency of events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1246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331650E-447E-4D1B-A6E3-FB0C6F1CC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9789" y="1690688"/>
            <a:ext cx="4298139" cy="4324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419FC-0BCB-4DB7-B029-D3BA5C82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Space - Time Index: </a:t>
            </a:r>
            <a:r>
              <a:rPr lang="en-GB" sz="4400" dirty="0"/>
              <a:t>Application</a:t>
            </a:r>
            <a:endParaRPr lang="en-GB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B382EE-E624-403E-90A5-DF99BBF62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6889376" cy="4906869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GB" sz="2400" dirty="0"/>
              <a:t> Select deprivation dimensions and indicators</a:t>
            </a:r>
            <a:br>
              <a:rPr lang="en-GB" sz="2400" dirty="0"/>
            </a:br>
            <a:r>
              <a:rPr lang="en-GB" sz="2000" i="1" dirty="0"/>
              <a:t>(socio-economic status, access to services, environmental stressors)</a:t>
            </a:r>
            <a:br>
              <a:rPr lang="en-GB" sz="2000" i="1" dirty="0"/>
            </a:br>
            <a:endParaRPr lang="en-GB" sz="2400" dirty="0"/>
          </a:p>
          <a:p>
            <a:pPr>
              <a:buFont typeface="+mj-lt"/>
              <a:buAutoNum type="arabicPeriod"/>
            </a:pPr>
            <a:r>
              <a:rPr lang="en-GB" sz="2400" dirty="0"/>
              <a:t> Add a temporal layer</a:t>
            </a:r>
            <a:br>
              <a:rPr lang="en-GB" sz="2400" dirty="0"/>
            </a:br>
            <a:r>
              <a:rPr lang="en-GB" sz="2000" i="1" dirty="0"/>
              <a:t>by calculating indicators for different times (day/evening/night; weekday/weekend)</a:t>
            </a:r>
            <a:br>
              <a:rPr lang="en-GB" sz="2000" i="1" dirty="0"/>
            </a:br>
            <a:endParaRPr lang="en-GB" sz="2000" i="1" dirty="0"/>
          </a:p>
          <a:p>
            <a:pPr>
              <a:buFont typeface="+mj-lt"/>
              <a:buAutoNum type="arabicPeriod"/>
            </a:pPr>
            <a:r>
              <a:rPr lang="en-GB" sz="2400" dirty="0"/>
              <a:t> Normalize and aggregate</a:t>
            </a:r>
            <a:br>
              <a:rPr lang="en-GB" sz="2400" dirty="0"/>
            </a:br>
            <a:r>
              <a:rPr lang="en-GB" sz="2000" i="1" dirty="0"/>
              <a:t>to produce a space-time deprivation score for each neighbourhood</a:t>
            </a:r>
            <a:br>
              <a:rPr lang="en-GB" sz="2000" i="1" dirty="0"/>
            </a:br>
            <a:endParaRPr lang="en-GB" sz="2400" i="1" dirty="0"/>
          </a:p>
          <a:p>
            <a:pPr>
              <a:buFont typeface="+mj-lt"/>
              <a:buAutoNum type="arabicPeriod"/>
            </a:pPr>
            <a:r>
              <a:rPr lang="en-GB" sz="2400" dirty="0"/>
              <a:t> Map temporal vulnerability</a:t>
            </a:r>
            <a:br>
              <a:rPr lang="en-GB" sz="2400" dirty="0"/>
            </a:br>
            <a:r>
              <a:rPr lang="en-GB" sz="2000" i="1" dirty="0"/>
              <a:t>to identify </a:t>
            </a:r>
            <a:r>
              <a:rPr lang="en-GB" sz="2000" b="1" i="1" dirty="0"/>
              <a:t>when</a:t>
            </a:r>
            <a:r>
              <a:rPr lang="en-GB" sz="2000" i="1" dirty="0"/>
              <a:t> and </a:t>
            </a:r>
            <a:r>
              <a:rPr lang="en-GB" sz="2000" b="1" i="1" dirty="0"/>
              <a:t>where</a:t>
            </a:r>
            <a:r>
              <a:rPr lang="en-GB" sz="2000" i="1" dirty="0"/>
              <a:t> urban conditions deteriorate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1658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DB382EE-E624-403E-90A5-DF99BBF62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dirty="0"/>
              <a:t>Time parameter is often missed or overlooked in urban analysis. This method allows to:</a:t>
            </a:r>
          </a:p>
          <a:p>
            <a:pPr marL="0" indent="0">
              <a:buNone/>
            </a:pPr>
            <a:endParaRPr lang="en-GB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600" dirty="0"/>
              <a:t>move from static to dynamic urban inequality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600" dirty="0"/>
              <a:t>achieve more precise and realistic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600" dirty="0"/>
              <a:t>directly apply data to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600" dirty="0"/>
              <a:t>supports targeted, time-specific interventions rather than limited area-based policies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084BA0A-81D6-4E84-9BE9-581C516FD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8988" y="306006"/>
            <a:ext cx="4652682" cy="6245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419FC-0BCB-4DB7-B029-D3BA5C82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Space - Time Index: Relevance</a:t>
            </a:r>
          </a:p>
        </p:txBody>
      </p:sp>
    </p:spTree>
    <p:extLst>
      <p:ext uri="{BB962C8B-B14F-4D97-AF65-F5344CB8AC3E}">
        <p14:creationId xmlns:p14="http://schemas.microsoft.com/office/powerpoint/2010/main" val="3021093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8D1385-2F69-42C6-B9EA-641636E5D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167E92-5DBF-4FE1-8834-CEA35B3B4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2963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Pros: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sz="2400" dirty="0" err="1"/>
              <a:t>Multidimnsional</a:t>
            </a:r>
            <a:endParaRPr lang="en-GB" sz="2400" dirty="0"/>
          </a:p>
          <a:p>
            <a:r>
              <a:rPr lang="en-GB" sz="2400" dirty="0"/>
              <a:t>S</a:t>
            </a:r>
            <a:r>
              <a:rPr lang="ru-RU" sz="2400" dirty="0" err="1"/>
              <a:t>trong</a:t>
            </a:r>
            <a:r>
              <a:rPr lang="ru-RU" sz="2400" dirty="0"/>
              <a:t> </a:t>
            </a:r>
            <a:r>
              <a:rPr lang="ru-RU" sz="2400" dirty="0" err="1"/>
              <a:t>academic</a:t>
            </a:r>
            <a:r>
              <a:rPr lang="ru-RU" sz="2400" dirty="0"/>
              <a:t> </a:t>
            </a:r>
            <a:r>
              <a:rPr lang="ru-RU" sz="2400" dirty="0" err="1"/>
              <a:t>grounding</a:t>
            </a:r>
            <a:endParaRPr lang="ru-RU" sz="2400" dirty="0"/>
          </a:p>
          <a:p>
            <a:r>
              <a:rPr lang="en-GB" sz="2400" dirty="0"/>
              <a:t>Easy to conceptualize: applicable for </a:t>
            </a:r>
            <a:r>
              <a:rPr lang="ru-RU" sz="2400" dirty="0" err="1"/>
              <a:t>policy-makers</a:t>
            </a:r>
            <a:endParaRPr lang="ru-RU" sz="2400" dirty="0"/>
          </a:p>
          <a:p>
            <a:r>
              <a:rPr lang="en-GB" sz="2400" dirty="0"/>
              <a:t>Scalable</a:t>
            </a:r>
          </a:p>
          <a:p>
            <a:r>
              <a:rPr lang="en-GB" sz="2400" dirty="0"/>
              <a:t>Includes time aspect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E5693FCC-1F8D-4475-9206-F7FBA461FE98}"/>
              </a:ext>
            </a:extLst>
          </p:cNvPr>
          <p:cNvSpPr txBox="1">
            <a:spLocks/>
          </p:cNvSpPr>
          <p:nvPr/>
        </p:nvSpPr>
        <p:spPr>
          <a:xfrm>
            <a:off x="4867834" y="1825625"/>
            <a:ext cx="40296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b="1" dirty="0"/>
              <a:t>Cons: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r>
              <a:rPr lang="en-GB" sz="2400" dirty="0"/>
              <a:t>M</a:t>
            </a:r>
            <a:r>
              <a:rPr lang="ru-RU" sz="2400" dirty="0" err="1"/>
              <a:t>icro-scale</a:t>
            </a:r>
            <a:r>
              <a:rPr lang="ru-RU" sz="2400" dirty="0"/>
              <a:t> </a:t>
            </a:r>
            <a:r>
              <a:rPr lang="en-GB" sz="2400" dirty="0"/>
              <a:t>problems can be overlooked</a:t>
            </a:r>
          </a:p>
          <a:p>
            <a:r>
              <a:rPr lang="en-GB" sz="2400" dirty="0"/>
              <a:t>Less-applicable in data-poor context</a:t>
            </a:r>
            <a:endParaRPr lang="ru-RU" sz="2400" dirty="0"/>
          </a:p>
          <a:p>
            <a:r>
              <a:rPr lang="en-GB" sz="2400" dirty="0"/>
              <a:t>Does not represent actual behaviour</a:t>
            </a:r>
          </a:p>
          <a:p>
            <a:pPr marL="457200" lvl="1" indent="0">
              <a:buNone/>
            </a:pPr>
            <a:r>
              <a:rPr lang="en-GB" sz="2000" dirty="0"/>
              <a:t>/However, use </a:t>
            </a:r>
            <a:r>
              <a:rPr lang="en-GB" sz="2000" i="1" dirty="0" err="1"/>
              <a:t>Behavioral</a:t>
            </a:r>
            <a:r>
              <a:rPr lang="en-GB" sz="2000" i="1" dirty="0"/>
              <a:t> Hotspot Analysis </a:t>
            </a:r>
            <a:r>
              <a:rPr lang="en-GB" sz="2000" dirty="0"/>
              <a:t>can solve this/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4F87B0-3EE8-465F-B6E1-8629C9106F89}"/>
              </a:ext>
            </a:extLst>
          </p:cNvPr>
          <p:cNvSpPr txBox="1"/>
          <p:nvPr/>
        </p:nvSpPr>
        <p:spPr>
          <a:xfrm>
            <a:off x="9995361" y="5436274"/>
            <a:ext cx="1819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800" i="1" dirty="0"/>
              <a:t>STRAVA tool</a:t>
            </a:r>
            <a:endParaRPr lang="en-GB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F10A11C-1288-4872-87C1-D3973ED1B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469" y="2064596"/>
            <a:ext cx="3060659" cy="299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591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8D1385-2F69-42C6-B9EA-641636E5D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167E92-5DBF-4FE1-8834-CEA35B3B4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dirty="0" err="1"/>
              <a:t>Alkire</a:t>
            </a:r>
            <a:r>
              <a:rPr lang="en-GB" sz="2000" dirty="0"/>
              <a:t>, S., &amp; Foster, J. (2011). </a:t>
            </a:r>
            <a:r>
              <a:rPr lang="en-GB" sz="2000" i="1" dirty="0"/>
              <a:t>Counting and multidimensional poverty measurement</a:t>
            </a:r>
            <a:endParaRPr lang="en-GB" sz="2000" dirty="0"/>
          </a:p>
          <a:p>
            <a:pPr marL="0" indent="0">
              <a:buNone/>
            </a:pPr>
            <a:r>
              <a:rPr lang="en-GB" sz="2000" dirty="0" err="1"/>
              <a:t>Galster</a:t>
            </a:r>
            <a:r>
              <a:rPr lang="en-GB" sz="2000" dirty="0"/>
              <a:t>, G. (2012). </a:t>
            </a:r>
            <a:r>
              <a:rPr lang="en-GB" sz="2000" i="1" dirty="0"/>
              <a:t>The mechanism(s) of neighbourhood effects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Kwan, M.-P. (2013). </a:t>
            </a:r>
            <a:r>
              <a:rPr lang="en-GB" sz="2000" i="1" dirty="0"/>
              <a:t>The uncertain geographic context problem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van Ham et al. (2012). </a:t>
            </a:r>
            <a:r>
              <a:rPr lang="en-GB" sz="2000" i="1" dirty="0"/>
              <a:t>Neighbourhood effects research in Europe</a:t>
            </a:r>
            <a:endParaRPr lang="en-GB" sz="20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81899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5E7426BE53C20646823F69485C9FC859" ma:contentTypeVersion="19" ma:contentTypeDescription="Создание документа." ma:contentTypeScope="" ma:versionID="15f6a1e2259fcdba0a85a41ec089cd3c">
  <xsd:schema xmlns:xsd="http://www.w3.org/2001/XMLSchema" xmlns:xs="http://www.w3.org/2001/XMLSchema" xmlns:p="http://schemas.microsoft.com/office/2006/metadata/properties" xmlns:ns2="717751c9-92be-421d-b9ff-cc4bda19584f" xmlns:ns3="b3619384-a3cb-44a0-974d-d391ef3f6fbf" targetNamespace="http://schemas.microsoft.com/office/2006/metadata/properties" ma:root="true" ma:fieldsID="2fd06f3436a461fb2e5baf1ae0f54fc1" ns2:_="" ns3:_="">
    <xsd:import namespace="717751c9-92be-421d-b9ff-cc4bda19584f"/>
    <xsd:import namespace="b3619384-a3cb-44a0-974d-d391ef3f6f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7751c9-92be-421d-b9ff-cc4bda1958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5f80264a-99e7-47cd-820c-3e92ce78c5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619384-a3cb-44a0-974d-d391ef3f6fbf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dbba602-e59f-4b35-9b67-38043475fc6c}" ma:internalName="TaxCatchAll" ma:showField="CatchAllData" ma:web="b3619384-a3cb-44a0-974d-d391ef3f6f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3619384-a3cb-44a0-974d-d391ef3f6fbf" xsi:nil="true"/>
    <lcf76f155ced4ddcb4097134ff3c332f xmlns="717751c9-92be-421d-b9ff-cc4bda19584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7D4376C-79D7-4736-8559-E8A528CA1FB4}"/>
</file>

<file path=customXml/itemProps2.xml><?xml version="1.0" encoding="utf-8"?>
<ds:datastoreItem xmlns:ds="http://schemas.openxmlformats.org/officeDocument/2006/customXml" ds:itemID="{1E752973-466B-4AAA-82A6-A6A4835AE4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5683CF-339D-49E8-B979-E27D4C82FD31}">
  <ds:schemaRefs>
    <ds:schemaRef ds:uri="http://schemas.microsoft.com/office/2006/metadata/properties"/>
    <ds:schemaRef ds:uri="http://schemas.microsoft.com/office/infopath/2007/PartnerControls"/>
    <ds:schemaRef ds:uri="b3619384-a3cb-44a0-974d-d391ef3f6fbf"/>
    <ds:schemaRef ds:uri="717751c9-92be-421d-b9ff-cc4bda19584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2116</TotalTime>
  <Words>426</Words>
  <Application>Microsoft Office PowerPoint</Application>
  <PresentationFormat>Широкоэкранный</PresentationFormat>
  <Paragraphs>67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Dynamic Urban Deprivation Monitoring (Space - Time Index)</vt:lpstr>
      <vt:lpstr>Content</vt:lpstr>
      <vt:lpstr>Deprivation Index Concept</vt:lpstr>
      <vt:lpstr>History of Deprivation Index Concept</vt:lpstr>
      <vt:lpstr>Space - Time Index: Definition</vt:lpstr>
      <vt:lpstr>Space - Time Index: Application</vt:lpstr>
      <vt:lpstr>Space - Time Index: Relevance</vt:lpstr>
      <vt:lpstr>Conclusions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Urban Deprivation Monitoring (Space-Time Index)</dc:title>
  <dc:creator/>
  <cp:lastModifiedBy>Romanova, Milana</cp:lastModifiedBy>
  <cp:revision>12</cp:revision>
  <dcterms:created xsi:type="dcterms:W3CDTF">2026-02-26T23:07:26Z</dcterms:created>
  <dcterms:modified xsi:type="dcterms:W3CDTF">2026-02-28T18:03:49Z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0x0101005E7426BE53C20646823F69485C9FC859</vt:lpwstr>
  </property>
  <property fmtid="{D5CDD505-2E9C-101B-9397-08002B2CF9AE}" pid="3" name="MediaServiceImageTags">
    <vt:lpwstr/>
  </property>
</Properties>
</file>